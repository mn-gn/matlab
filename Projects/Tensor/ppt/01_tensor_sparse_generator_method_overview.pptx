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6264940b864e53" /><Relationship Type="http://schemas.openxmlformats.org/officeDocument/2006/relationships/extended-properties" Target="/docProps/app.xml" Id="Rcf3b418248b74cf8" /><Relationship Type="http://schemas.openxmlformats.org/officeDocument/2006/relationships/officeDocument" Target="/ppt/presentation.xml" Id="Rfb8948a2afaf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1e915fc0640ae"/>
  </p:sldMasterIdLst>
  <p:notesMasterIdLst>
    <p:notesMasterId xmlns:r="http://schemas.openxmlformats.org/officeDocument/2006/relationships" r:id="R6a639b86d14d44be"/>
  </p:notesMasterIdLst>
  <p:sldIdLst>
    <p:sldId xmlns:r="http://schemas.openxmlformats.org/officeDocument/2006/relationships" id="256" r:id="Rc151bd634ebb4a2e"/>
    <p:sldId xmlns:r="http://schemas.openxmlformats.org/officeDocument/2006/relationships" id="257" r:id="Rdc8cc9cdc0364fac"/>
    <p:sldId xmlns:r="http://schemas.openxmlformats.org/officeDocument/2006/relationships" id="258" r:id="Rd3a323a6da484eb2"/>
    <p:sldId xmlns:r="http://schemas.openxmlformats.org/officeDocument/2006/relationships" id="259" r:id="R599cb36eaca945c0"/>
    <p:sldId xmlns:r="http://schemas.openxmlformats.org/officeDocument/2006/relationships" id="260" r:id="Rac545508e56a4e52"/>
    <p:sldId xmlns:r="http://schemas.openxmlformats.org/officeDocument/2006/relationships" id="261" r:id="R85779a35936f4628"/>
    <p:sldId xmlns:r="http://schemas.openxmlformats.org/officeDocument/2006/relationships" id="262" r:id="Rae10cb0346bf450a"/>
    <p:sldId xmlns:r="http://schemas.openxmlformats.org/officeDocument/2006/relationships" id="263" r:id="R111af622abd14d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1e915fc0640ae" /><Relationship Type="http://schemas.openxmlformats.org/officeDocument/2006/relationships/theme" Target="/ppt/theme/theme1.xml" Id="Rd7cee766f1c94983" /><Relationship Type="http://schemas.openxmlformats.org/officeDocument/2006/relationships/notesMaster" Target="/ppt/notesMasters/notesMaster1.xml" Id="R6a639b86d14d44be" /><Relationship Type="http://schemas.openxmlformats.org/officeDocument/2006/relationships/presProps" Target="/ppt/presProps.xml" Id="R4acd051c21444c09" /><Relationship Type="http://schemas.openxmlformats.org/officeDocument/2006/relationships/viewProps" Target="/ppt/viewProps.xml" Id="R3964721673a94b0f" /><Relationship Type="http://schemas.openxmlformats.org/officeDocument/2006/relationships/tableStyles" Target="/ppt/tableStyles.xml" Id="Rb2dcaf54a67b49b1" /><Relationship Type="http://schemas.openxmlformats.org/officeDocument/2006/relationships/slide" Target="/ppt/slides/slide1.xml" Id="Rc151bd634ebb4a2e" /><Relationship Type="http://schemas.openxmlformats.org/officeDocument/2006/relationships/slide" Target="/ppt/slides/slide2.xml" Id="Rdc8cc9cdc0364fac" /><Relationship Type="http://schemas.openxmlformats.org/officeDocument/2006/relationships/slide" Target="/ppt/slides/slide3.xml" Id="Rd3a323a6da484eb2" /><Relationship Type="http://schemas.openxmlformats.org/officeDocument/2006/relationships/slide" Target="/ppt/slides/slide4.xml" Id="R599cb36eaca945c0" /><Relationship Type="http://schemas.openxmlformats.org/officeDocument/2006/relationships/slide" Target="/ppt/slides/slide5.xml" Id="Rac545508e56a4e52" /><Relationship Type="http://schemas.openxmlformats.org/officeDocument/2006/relationships/slide" Target="/ppt/slides/slide6.xml" Id="R85779a35936f4628" /><Relationship Type="http://schemas.openxmlformats.org/officeDocument/2006/relationships/slide" Target="/ppt/slides/slide7.xml" Id="Rae10cb0346bf450a" /><Relationship Type="http://schemas.openxmlformats.org/officeDocument/2006/relationships/slide" Target="/ppt/slides/slide8.xml" Id="R111af622abd1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3cb07f2723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530b3bfd3c45c4" /><Relationship Type="http://schemas.openxmlformats.org/officeDocument/2006/relationships/notesMaster" Target="/ppt/notesMasters/notesMaster1.xml" Id="R1092f1948be4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7aeadea1274650" /><Relationship Type="http://schemas.openxmlformats.org/officeDocument/2006/relationships/notesMaster" Target="/ppt/notesMasters/notesMaster1.xml" Id="R7f9e9827b94f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c8fbcb85449de" /><Relationship Type="http://schemas.openxmlformats.org/officeDocument/2006/relationships/notesMaster" Target="/ppt/notesMasters/notesMaster1.xml" Id="Rffdbada2c9794d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7e597ec7ca4a51" /><Relationship Type="http://schemas.openxmlformats.org/officeDocument/2006/relationships/notesMaster" Target="/ppt/notesMasters/notesMaster1.xml" Id="R94b9d912e01045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6bd42cf6a405c" /><Relationship Type="http://schemas.openxmlformats.org/officeDocument/2006/relationships/notesMaster" Target="/ppt/notesMasters/notesMaster1.xml" Id="Rf857af8b4f78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1d668a2f04c9b" /><Relationship Type="http://schemas.openxmlformats.org/officeDocument/2006/relationships/notesMaster" Target="/ppt/notesMasters/notesMaster1.xml" Id="R3c38c9528d9643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374214c4f45b1" /><Relationship Type="http://schemas.openxmlformats.org/officeDocument/2006/relationships/notesMaster" Target="/ppt/notesMasters/notesMaster1.xml" Id="R170cffa0231f4a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ec16bd6802489b" /><Relationship Type="http://schemas.openxmlformats.org/officeDocument/2006/relationships/notesMaster" Target="/ppt/notesMasters/notesMaster1.xml" Id="R51594071eccc45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a452a46264b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48ad68a0e94058" /><Relationship Type="http://schemas.openxmlformats.org/officeDocument/2006/relationships/slideLayout" Target="/ppt/slideLayouts/slideLayout2.xml" Id="Rcc6ea77f24d1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ea77f24d1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dd85cf5ea47c2" /><Relationship Type="http://schemas.openxmlformats.org/officeDocument/2006/relationships/notesSlide" Target="/ppt/notesSlides/notesSlide1.xml" Id="R49ac9057b686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9c23515b94572" /><Relationship Type="http://schemas.openxmlformats.org/officeDocument/2006/relationships/notesSlide" Target="/ppt/notesSlides/notesSlide2.xml" Id="R3cc9670cf88640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d287ffe7b4cf8" /><Relationship Type="http://schemas.openxmlformats.org/officeDocument/2006/relationships/notesSlide" Target="/ppt/notesSlides/notesSlide3.xml" Id="R3261b16bd2a8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f7c00aba84be0" /><Relationship Type="http://schemas.openxmlformats.org/officeDocument/2006/relationships/notesSlide" Target="/ppt/notesSlides/notesSlide4.xml" Id="Rc28a72b1c84e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bf277348d4372" /><Relationship Type="http://schemas.openxmlformats.org/officeDocument/2006/relationships/notesSlide" Target="/ppt/notesSlides/notesSlide5.xml" Id="Rb55945f98030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d96e592d3425d" /><Relationship Type="http://schemas.openxmlformats.org/officeDocument/2006/relationships/image" Target="/ppt/media/image.png" Id="R77c2f10fa9164469" /><Relationship Type="http://schemas.openxmlformats.org/officeDocument/2006/relationships/notesSlide" Target="/ppt/notesSlides/notesSlide6.xml" Id="R29e954fa090146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d769b07604619" /><Relationship Type="http://schemas.openxmlformats.org/officeDocument/2006/relationships/image" Target="/ppt/media/image2.png" Id="Rf1720e8e1baf4ba8" /><Relationship Type="http://schemas.openxmlformats.org/officeDocument/2006/relationships/notesSlide" Target="/ppt/notesSlides/notesSlide7.xml" Id="Rc3fd615d251642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882fadafee496d" /><Relationship Type="http://schemas.openxmlformats.org/officeDocument/2006/relationships/image" Target="/ppt/media/image3.png" Id="Rdd138a230d214a0b" /><Relationship Type="http://schemas.openxmlformats.org/officeDocument/2006/relationships/notesSlide" Target="/ppt/notesSlides/notesSlide8.xml" Id="R9b3dd98d3d1444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58970-DB88-4F0A-97D2-CFEF2318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B9EA6-A54D-4153-95DE-8153BB7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204DF5-ED8D-41EB-BD99-7597D9CC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EE1A3C-C5B8-460C-A89A-9331D499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R E S U L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D718D-2965-4EDA-9197-5ED84C7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텐서가 준 lifetime 공간 안에서 sparse 1차 반응 generator가 정답 topology를 드러냈다.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736D1-D1B0-47BB-89E1-CF6872C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핵심은 sequential/branch를 따로 평가하지 않고, 가능한 acyclic edge를 한 번에 열어 둔 뒤 데이터가 필요 없는 rate를 죽인 것이다.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A3977-B539-4E02-A52C-7247A5A4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3652D-F188-4D92-8579-4A22CADF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19ADB-5155-4D3E-924E-5897F410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0.000772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86C5F-DB08-4676-8254-9D568C1E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62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zero-lag relerr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7E25F-C28D-4B7A-80C6-7FA87DEA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fit = 0.9992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A4A7-BAD9-49C1-849E-BB06D5A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A9EFA-AC87-4692-B5A0-FCA76910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0.000803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A8C6C-7ED2-4934-9ACC-1342E65A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full tensor relerr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580C5-2A57-411F-B56F-CADCC6CB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52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entire shifted tensor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C0260-091D-448C-B566-0E46636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AEDF6-F181-4D3E-8A3A-44F26DC3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1→2→3→G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91563-5026-4705-A410-30A29AF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62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surviving 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BAB50-2977-4EFB-9D38-B307195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52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other edges pruned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3AA17-D111-48F8-9909-9CCA7BF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1F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52BBD-B7B9-4D4B-846C-0170F9A9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41A28-D31D-435B-9ABF-47D1E3D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active spectra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4C4A4-D0FB-42BC-9221-04C383C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silent ground has zero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A7D3A-4761-4C86-93E3-8A27335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Final artifact: tensor_sparse_generator_solution.m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5D7B2-B188-40B9-9206-9F808F1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5C57C-EFE8-4179-A89A-28841E6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Generated from MATLAB run on 2026-05-17 | sparse generator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7FB3E-B1E4-4F3A-A358-1D13869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58027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94915-9500-41DA-A585-C6803E18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99E39F-B9ED-4CAD-B84E-183EE82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DEA856-682A-40A7-998B-7A19F29D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BADCB-8056-4605-BF5D-2ADE145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목표는 q-spectrum과 농도 profile을 동시에 분리하되, silent ground를 가짜 성분으로 만들지 않는 것이다.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7D72C-B383-4CDA-99A3-6E3C8FA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524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56B2D-2DFB-4D20-A25A-F676F7DF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중첩된 2D 데이터 D(q,t). 각 q 위치에서 여러 transient species 신호가 겹쳐 있음.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5A92D-6BEE-4258-BCF1-32637248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524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원하는 출력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9E90B-CEE5-4A65-89D2-B5AEEEB8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활성 species 3개의 q-spectrum S_r(q)와 시간 농도 C_r(t). ground는 신호가 0이므로 spectrum으로 fit하지 않음.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31CCA-69E6-4E4F-93C9-612F67A8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524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물리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E5D95-5FC9-43A6-9B3A-198B137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모든 반응은 1차 반응. tau/lifetime 축은 RSV fitting과 shifted tensor가 제공하는 시간상수 정보를 반영해야 함.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BC28C-6679-4E70-AEA2-25453E9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7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E64AF-3B2C-43DC-AE79-D5A6D73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q-time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F1259-4D11-4B52-8460-880D3D7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D(q,t): mixed spectra and kinetics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244D1-06A7-494B-B95C-FC550420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0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4F942-6D71-4230-AE3B-28A3FD56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rPr>
              <a:t>species basis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4BF4B-A36B-42FD-9EC2-FEDFFBFC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S(q) and C(t), with ground silent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BF561-3BAD-4A39-950F-8584DE2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D04E6-4EC3-4298-B222-4E199785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분해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33FE-9BEC-471B-A7DE-66793A6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495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468FF-F434-4ABC-91B3-CF7EA15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가장 큰 함정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DAE29-4093-4EAA-BED1-2B97C4BD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386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ground는 농도 보존 때문에 존재하지만 q 신호는 0이다. 따라서 농도합=1 조건을 무작정 걸면, 신호가 없는 ground를 q-spectrum 성분처럼 해석하는 오류가 생긴다.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D0F7A-CB38-410A-B3CA-52513D6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001CE-B647-4C49-B61C-1F8B1CF0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Tensor sparse generator method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62C81-04D3-41D3-83FF-EFE2A45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4174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0D898-EA71-4CF0-BBB0-72846BC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45A404-E867-42EE-B072-614ADB2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83E8E0-393A-42E2-B967-6321344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D I A G N O S I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6A3DF-DFC4-4695-947D-A30D10A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CP/PARAFAC는 lifetime eigenmode를 매우 잘 찾았지만, species 농도는 추가 회전이 필요했다.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EBA55-3D90-4176-B71B-A818EDD8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002B8-853D-4F6F-B3F8-34E19103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Shifted tensor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433E0-F96B-4A75-B943-6B776C8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X(q,t,delay) = D_model(q, t + delay)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4661C-6FCB-4AD6-BD66-5A0E7BB0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7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DE3BC-7533-4B8D-AEC1-FAE7B839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CP rank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23E36-12F5-4008-81A7-9A939DE9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A_r(q) B_r(t) C_r(delay)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7DC80-01D6-4D6A-9693-7C63763D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0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354A8-0B30-44A4-AFC7-6094298C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rPr>
              <a:t>Eigenmodes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65F12-7306-4CBA-8592-89A37FC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lifetime basis, not species basis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ADD11-A2E5-43E8-9175-C79A0E1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1F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DA00-D087-483E-A45F-FB8020BC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rPr>
              <a:t>Rotation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8FB3-4A61-4162-8C30-F9B478A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species concentrations require physical basis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3C1D0-1B5E-4BBE-BF0F-C323328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116AE-813A-4B11-B684-586A7D16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336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F80FF-38C9-4E3C-92D4-EF29959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242C5-0EC2-4D3D-AF6D-EED6A29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FEB21-69CF-4A87-B08A-5272C46E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05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0.000849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3FB4B-F0F4-4EB8-BDB4-C4AF434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CP tensor relerr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E0F5D-A6EE-4CDC-9202-E7416CB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eigenmode extraction succeeds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EF404-2594-4003-A2FD-AFA029CA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AC380-EBB5-4772-9DAA-43718F61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905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1.06 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94910-DC1C-4584-9014-1248D3F4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fast lifetime seed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B2268-1560-45F3-A7A9-083038D9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57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from tensor tau mean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C021B-E8FF-4C12-B7FA-2F424D2D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4D200-05D1-463B-AD38-1534747C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3.08 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AEA20-9862-4FD3-843B-F00863B0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middle lifetime seed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182E3-1419-4FF1-8D04-368107D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57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from tensor tau mean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CF899-5019-45AF-B51D-F03370F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A44F4-D4E1-4C75-86BA-5C8BE6E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05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98.8 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59C55-1654-4158-831C-AB6641E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slow lifetime seed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E7FB6E-BF9C-4859-AE8A-EC30108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57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from tensor tau mean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2D28ED-14A8-4EC3-91AF-CB8FA30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CD3409-2E66-422B-8F70-A36DFDDD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48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결론: CP의 유일성은 lifetime subspace를 안정화하지만, 그 subspace 안의 species basis 선택은 nonnegativity, closure, first-order kinetics 같은 물리 제약으로 정해야 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9B73CC-E357-4A3A-B623-A8981B60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DDC4F1-F75C-4362-B442-EA59251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Tensor sparse generator method summary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A3A4A5-9DA6-4107-9B09-C10242A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25115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93600E-DB71-45EE-9F35-F9A21507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4726619-0006-442D-B7D0-8E68798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A85228-D246-4E4E-BEB8-7429440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K E Y   M O V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ABCA-7673-4685-8314-A76AE99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모든 가능한 acyclic edge를 한 번에 열고, 데이터가 필요 없는 rate는 sparsity가 0으로 밀었다.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CDABB-F76C-404A-B955-CE72F7E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066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7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79C97-9C7A-4CBA-8987-C81C5C6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77B4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F77B4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461FC-A64E-4092-97F3-9344C75E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active S_1(q)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09F5-54E1-4D31-9565-43128E24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066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5F0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0814B-A4DF-41E1-9846-C34DB9B4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5F02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D95F02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7816D-276B-41E4-9D26-D1C554A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active S_2(q)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3EB69-1F6E-46C6-8D2A-58D24FB7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066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5A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E1AB0-8A20-4D73-BE80-68195318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5A800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E5A800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894E9-B3E8-49AF-9428-CB6F3DE6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active S_3(q)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CAA39-66A9-4B78-9702-ED5FBE0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1066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E1F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1B12C-FEAD-43F8-A5F5-16F774C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908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E1FD1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7E1FD1"/>
                </a:solidFill>
                <a:latin typeface="Aptos Mono"/>
                <a:ea typeface="Aptos Mono"/>
                <a:cs typeface="Aptos Mono"/>
              </a:rPr>
              <a:t>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8E6CF-991C-401C-A8E2-12BC05B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silent signal=0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74F38-694C-46D2-8703-3848968A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684D0-5360-4314-B146-A395032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9.42e11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463B4-6283-4392-B3BF-6D79096C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145FE-1F26-4E87-94CD-9F2A73A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3.24e8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4641C-A213-48F1-9937-EAAC518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DB7BF-567E-472F-9504-E60EB25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1.01e7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7F906-DCF6-4721-A76A-D95DAC5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F8F27-8BA2-4361-83C8-1C55AC13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052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1→3 killed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A44BE-3C32-4002-BB61-EAA8587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48200"/>
            <a:ext cx="693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37F23-7E4D-4C59-A62F-E48A8A0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1→G killed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19D1E-5CC0-47DF-98CE-AA4E1B18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05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98336-3ED9-433C-9A55-01EC964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2→G killed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082AB-6880-4BA9-AC15-5857FB4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E8E93-A86D-4D04-A663-4E8673B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이것이 branch/sequential 개별평가와 다른 지점: topology를 미리 고르지 않고, 하나의 일반 sparse generator 안에서 살아남는 edge가 정답 구조를 말하게 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7BB8E-2C5E-4BAF-B35C-8779FA5B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31690-8A7A-4CA7-A597-7477216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Tensor sparse generator method 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BF4B0-108D-4D5E-A5FC-1768BBF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8632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0B498-7EA3-4A50-B30B-D15761C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44D1C0-D772-42A5-B58C-91FB29A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3BBA5C-95A0-4A58-AE5B-AF6F86B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A L G O R I T H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00511-BD0E-455B-8C8B-B9E33B5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계산은 tensor subspace를 고정한 뒤, generator rate만 비선형으로 찾고 q-spectrum은 매번 선형으로 풀었다.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06F45-AC63-45AA-935E-17624D0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F9A48-6AF6-4370-B300-0368F38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RSV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CE58-3D51-45A3-86B3-D8445B2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SVD time RSV를 IRF-convolved exponential basis로 smoothing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71564-62B7-4F9B-8886-0D69DFB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7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7D012-2AAB-43EA-9BF6-9084EC0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Shift tensor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5F3A9-A352-4C5E-B321-222C8AC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38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D_model(q,t+delay)로 q × t × delay tensor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E79A5-1CD8-47FE-A5BF-473753C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1F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2B696-3FB9-45BB-86F6-F66CE745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rPr>
              <a:t>CP eigenmodes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EA86A-FB25-4E8E-B8BE-825C732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8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rank-3 PARAFAC로 lifetime manifold 추출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1B36E-B9EB-42EA-BC8A-48556E26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F0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E8A9D-C5B9-435C-B413-60D228B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rPr>
              <a:t>Sparse generator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8B0F6-56BD-4EED-89C8-8BB20975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38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six acyclic rates optimized 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22B00-B43F-44D9-A0A9-6B59C526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E1F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30C70-CC0D-4595-A7C6-F68161A4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717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E1FD1"/>
                </a:solidFill>
                <a:latin typeface="Malgun Gothic"/>
                <a:ea typeface="Malgun Gothic"/>
                <a:cs typeface="Malgun Gothic"/>
              </a:rPr>
              <a:t>VarPro spectra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ABC10-B855-49C0-AEC0-159A6FCE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given C(t,delay), S(q) is solved by weighted least squares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B2187-6856-4386-AA83-7D41535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71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A8AA4-52B3-46B3-B13F-CD6CED58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4238D-1370-4A26-A671-BD9D3ABC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1E6EC-310D-470C-B004-2F0DDCD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CCA85-04C4-4213-B1B5-B0F444C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90497-B918-41E4-8F1B-6521D43B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rPr>
              <a:t>목적함수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5CFF4-7195-4B03-AF1B-7896B34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weighted tensor residual + zero-lag residual + sparsity + early-ground/peak-order penalties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CDF56-81EF-42C9-8A36-6AB7A538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882D2-2290-47CD-8C36-906EC9B6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77B4"/>
                </a:solidFill>
                <a:latin typeface="Malgun Gothic"/>
                <a:ea typeface="Malgun Gothic"/>
                <a:cs typeface="Malgun Gothic"/>
              </a:rPr>
              <a:t>중요한 구조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3EDF9-4C42-4382-BEC4-CFF499FD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348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q-spectrum은 rate search의 비선형 변수로 넣지 않았다. 주어진 농도면 S(q)는 닫힌 형태의 선형 least-squares로 즉시 계산된다.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14B86-96A5-45B3-97BD-CB163767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62E0A-67FE-4B01-AF41-7188A68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Implementation: tensor_sparse_generator_solution.m | variable projection over S(q)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C03DB-1745-458F-B7B8-5575BC60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62438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3723F-5EA1-4774-A527-04FBB61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2AF691-745D-4786-A78F-ABDDEF36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3754EB-3694-4A3D-8485-4DBA3408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 I T   E V I D E N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34DF1-257E-498A-817E-A38A800F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새 generator 해는 zero-lag와 전체 shifted tensor를 둘 다 거의 완벽하게 재구성했다.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2f10fa9164469"/>
          <a:stretch xmlns:a="http://schemas.openxmlformats.org/drawingml/2006/main"/>
        </p:blipFill>
        <p:spPr>
          <a:xfrm xmlns:a="http://schemas.openxmlformats.org/drawingml/2006/main">
            <a:off x="673195" y="1676400"/>
            <a:ext cx="640696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AE0AB-1805-4DDE-AF7A-A71BA29F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BD94E-D1D3-45DF-97B4-C61EC083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0.000772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1BC5F-C1A0-4CFF-BDA9-85811776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zero-lag relerr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EB6EF-F4F4-4CA5-9966-0D8B60F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previous physical rotation: 0.00849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04C9-E73C-4848-A554-1564A11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5490B-3ED9-4E40-9929-5F9D014D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0.000803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36EA6-13DD-41E2-A177-13DACB4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67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full tensor relerr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EA8E5-6245-471C-A66D-529CC047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57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entire q×t×delay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63480-B3FC-4D1A-BDB0-FC0C405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47A5E-617D-49DE-8989-EDB9033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100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0.228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B4211-6AB2-491C-91C8-7DD4A30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72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overlap metric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D4A93-56DC-45C0-9A94-F86D1DCE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well-separated concentration profiles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9218C-1DC2-4E67-8EDA-12674BA0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이 수치는 단순히 농도 모양만 예쁜 것이 아니라, 같은 C(t,delay)와 S(q)가 실제 데이터 surface를 설명한다는 뜻이다.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64CB1-C9B2-46E0-8FA1-9E21C41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356EA-1A98-4612-961E-22267F15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Source image: tensor_sparse_generator_solution_results/02_03_sparse_generator_zero_lag_reconstruction.png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98D90-3513-45F3-9273-51987F7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13419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06BF0-B953-4399-9536-3B9E1C1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4C943C-F150-4766-9F72-042DFA1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2061E7-6AF8-4D37-BBDD-222005C8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K I N E T I C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63DD-F8F2-491D-9153-60C95E58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농도 profile은 기대한 sequential peak 구조를 재현하고, nonterminal ground leakage는 rate pruning에서 사라졌다.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20e8e1baf4ba8"/>
          <a:stretch xmlns:a="http://schemas.openxmlformats.org/drawingml/2006/main"/>
        </p:blipFill>
        <p:spPr>
          <a:xfrm xmlns:a="http://schemas.openxmlformats.org/drawingml/2006/main">
            <a:off x="835010" y="1790700"/>
            <a:ext cx="606428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50443-B8DB-4D4C-B8EB-2372EEEB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05000"/>
            <a:ext cx="31432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85EA-9CA0-4BD2-90DB-76DD656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Recovered rate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6ECF-7A62-474C-98D0-207BCE5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F77B4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F77B4"/>
                </a:solidFill>
                <a:latin typeface="Aptos Mono"/>
                <a:ea typeface="Aptos Mono"/>
                <a:cs typeface="Aptos Mono"/>
              </a:rPr>
              <a:t>1→2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D2730-557D-41ED-BBA2-C9EA428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9.4175e11 s⁻¹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085B6-B542-4A37-AD31-B372EE4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95F02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5F02"/>
                </a:solidFill>
                <a:latin typeface="Aptos Mono"/>
                <a:ea typeface="Aptos Mono"/>
                <a:cs typeface="Aptos Mono"/>
              </a:rPr>
              <a:t>2→3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8EA86-8132-4761-9A87-9861317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384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3.2442e8 s⁻¹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4AC23-002B-41DE-81B3-FE5601A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E1FD1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7E1FD1"/>
                </a:solidFill>
                <a:latin typeface="Aptos Mono"/>
                <a:ea typeface="Aptos Mono"/>
                <a:cs typeface="Aptos Mono"/>
              </a:rPr>
              <a:t>3→ground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D7030-3E1F-45ED-B2FF-E936F3D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1.0112e7 s⁻¹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43E7B-3249-49F3-8145-22B1CAB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1→3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051BB-FED0-4AEA-98D9-ECC79EA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5CFB5-B63B-4418-9E6B-D8A7F38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1→ground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C2B0B-E6E9-4AC6-A567-B5AA83A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4C6C6-8F01-4CAA-BD17-1DA744C7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2→ground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05825-750F-44D3-96BE-B65389A0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814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23FB2-5940-4EAC-8BA9-FF46B2D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848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해석: 가능한 edge를 모두 넣었는데 직접 branch와 early ground sink가 0으로 정리됐다. 이것이 이번 mock data의 sequential 정답 구조와 맞아떨어지는 지점.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EE48B-848A-451D-A5D6-21DE36CC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DFE97-4E52-410C-87AA-8A7C37A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Source image: tensor_sparse_generator_solution_results/04_01_sparse_generator_concentrations.png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C48B2-4A67-4BA5-9770-24D5C928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50339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568A1A-016A-4895-AD56-BE4BC284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8DD6A2-AD29-4F1F-9C77-6711F7A0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DEC794-B4D2-4F60-9E5C-CFAE384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 P E C T R A   A N D   R E U S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200E0-6541-4436-8D95-0D3B09AB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q-spectrum은 generator가 만든 농도 surface 전체에 대해 선형으로 계산했기 때문에, zero-lag 한 장에 과적합한 결과가 아니다.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38a230d214a0b"/>
          <a:stretch xmlns:a="http://schemas.openxmlformats.org/drawingml/2006/main"/>
        </p:blipFill>
        <p:spPr>
          <a:xfrm xmlns:a="http://schemas.openxmlformats.org/drawingml/2006/main">
            <a:off x="857591" y="1828800"/>
            <a:ext cx="5752418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8C5E3-2164-4A03-979B-B817DE6D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6EECE-4704-4540-B896-6A39BFA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43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기존 방식과의 차이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29EFE-669F-4953-A2D5-47092A49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branch/sequential 후보를 따로 fit해서 비교한 것이 아니라, 하나의 sparse generator에서 topology가 선택되도록 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776B3-A064-4B93-9FFE-B29244C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524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2E336-6EE1-4AD5-8196-59E9ABF9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  <a:cs typeface="Malgun Gothic"/>
              </a:rPr>
              <a:t>재현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26C81-527D-494C-A5B9-8E07BB1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tensor_sparse_generator_solution.m</a:t>
            </a:r>
          </a:p>
          <a:p xmlns:a="http://schemas.openxmlformats.org/drawingml/2006/main">
            <a:pPr algn="l">
              <a:def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summary.txt</a:t>
            </a:r>
          </a:p>
          <a:p xmlns:a="http://schemas.openxmlformats.org/drawingml/2006/main">
            <a:pPr algn="l">
              <a:def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141414"/>
                </a:solidFill>
                <a:latin typeface="Aptos Mono"/>
                <a:ea typeface="Aptos Mono"/>
                <a:cs typeface="Aptos Mono"/>
              </a:rPr>
              <a:t>workspace_sparse_generator_result.mat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2AC2C-A60F-41D6-A9B2-DAF64A31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D24CD-3E0A-4886-BDE6-024DB87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24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F02"/>
                </a:solidFill>
                <a:latin typeface="Malgun Gothic"/>
                <a:ea typeface="Malgun Gothic"/>
                <a:cs typeface="Malgun Gothic"/>
              </a:rPr>
              <a:t>다음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E2399-54B0-4F36-97AB-0391908A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054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parallel/branch mock data에서도 같은 sparse generator가 올바른 topology를 선택하는지 확인.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C26BF-45AF-4362-8F56-313C062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E4F05-241F-40E0-86B6-1F6DE9E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0">
                <a:solidFill>
                  <a:srgbClr val="5E625E"/>
                </a:solidFill>
                <a:latin typeface="Malgun Gothic"/>
                <a:ea typeface="Malgun Gothic"/>
                <a:cs typeface="Malgun Gothic"/>
              </a:rPr>
              <a:t>Source image: tensor_sparse_generator_solution_results/03_02_sparse_generator_q_spectra.png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89736-3FD9-41E9-8029-33F3226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E625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6440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2026-05-17T04:25:18.3620000Z</dcterms:created>
  <dcterms:modified xsi:type="dcterms:W3CDTF">2026-05-17T04:25:18.3620000Z</dcterms:modified>
</coreProperties>
</file>