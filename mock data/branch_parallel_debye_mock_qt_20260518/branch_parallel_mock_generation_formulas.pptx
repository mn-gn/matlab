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de63366234b23" /><Relationship Type="http://schemas.openxmlformats.org/officeDocument/2006/relationships/extended-properties" Target="/docProps/app.xml" Id="R037e0ee27d6b444b" /><Relationship Type="http://schemas.openxmlformats.org/officeDocument/2006/relationships/officeDocument" Target="/ppt/presentation.xml" Id="Rd130aa65c62247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ef275708f4456"/>
  </p:sldMasterIdLst>
  <p:notesMasterIdLst>
    <p:notesMasterId xmlns:r="http://schemas.openxmlformats.org/officeDocument/2006/relationships" r:id="Rbe67e75342dc40c5"/>
  </p:notesMasterIdLst>
  <p:sldIdLst>
    <p:sldId xmlns:r="http://schemas.openxmlformats.org/officeDocument/2006/relationships" id="256" r:id="R6f0b9fb21d034d35"/>
    <p:sldId xmlns:r="http://schemas.openxmlformats.org/officeDocument/2006/relationships" id="257" r:id="R43657f70f5f0402c"/>
    <p:sldId xmlns:r="http://schemas.openxmlformats.org/officeDocument/2006/relationships" id="258" r:id="Rb78d62b198214a17"/>
    <p:sldId xmlns:r="http://schemas.openxmlformats.org/officeDocument/2006/relationships" id="259" r:id="R82a18ba711eb44ff"/>
    <p:sldId xmlns:r="http://schemas.openxmlformats.org/officeDocument/2006/relationships" id="260" r:id="R3389e445be9e4b30"/>
    <p:sldId xmlns:r="http://schemas.openxmlformats.org/officeDocument/2006/relationships" id="261" r:id="Raf8c2ab3df5b4411"/>
    <p:sldId xmlns:r="http://schemas.openxmlformats.org/officeDocument/2006/relationships" id="262" r:id="R2616156dac8e4a84"/>
    <p:sldId xmlns:r="http://schemas.openxmlformats.org/officeDocument/2006/relationships" id="263" r:id="Rb95ff3b726a44285"/>
    <p:sldId xmlns:r="http://schemas.openxmlformats.org/officeDocument/2006/relationships" id="264" r:id="Rfd18cf0e9b7a4fd6"/>
    <p:sldId xmlns:r="http://schemas.openxmlformats.org/officeDocument/2006/relationships" id="265" r:id="R92cfbe202aaa4616"/>
    <p:sldId xmlns:r="http://schemas.openxmlformats.org/officeDocument/2006/relationships" id="266" r:id="R78d1e392b8844962"/>
    <p:sldId xmlns:r="http://schemas.openxmlformats.org/officeDocument/2006/relationships" id="267" r:id="R39654c5525e04abc"/>
    <p:sldId xmlns:r="http://schemas.openxmlformats.org/officeDocument/2006/relationships" id="268" r:id="R9fd1b3525e77497c"/>
    <p:sldId xmlns:r="http://schemas.openxmlformats.org/officeDocument/2006/relationships" id="269" r:id="R33af4c7495b244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ef275708f4456" /><Relationship Type="http://schemas.openxmlformats.org/officeDocument/2006/relationships/theme" Target="/ppt/theme/theme1.xml" Id="R91950d527e6b4d60" /><Relationship Type="http://schemas.openxmlformats.org/officeDocument/2006/relationships/notesMaster" Target="/ppt/notesMasters/notesMaster1.xml" Id="Rbe67e75342dc40c5" /><Relationship Type="http://schemas.openxmlformats.org/officeDocument/2006/relationships/presProps" Target="/ppt/presProps.xml" Id="R77b2d253611d42e5" /><Relationship Type="http://schemas.openxmlformats.org/officeDocument/2006/relationships/viewProps" Target="/ppt/viewProps.xml" Id="R73114ec77dfb46e3" /><Relationship Type="http://schemas.openxmlformats.org/officeDocument/2006/relationships/tableStyles" Target="/ppt/tableStyles.xml" Id="Rb1ee84f69c0d4e05" /><Relationship Type="http://schemas.openxmlformats.org/officeDocument/2006/relationships/slide" Target="/ppt/slides/slide1.xml" Id="R6f0b9fb21d034d35" /><Relationship Type="http://schemas.openxmlformats.org/officeDocument/2006/relationships/slide" Target="/ppt/slides/slide2.xml" Id="R43657f70f5f0402c" /><Relationship Type="http://schemas.openxmlformats.org/officeDocument/2006/relationships/slide" Target="/ppt/slides/slide3.xml" Id="Rb78d62b198214a17" /><Relationship Type="http://schemas.openxmlformats.org/officeDocument/2006/relationships/slide" Target="/ppt/slides/slide4.xml" Id="R82a18ba711eb44ff" /><Relationship Type="http://schemas.openxmlformats.org/officeDocument/2006/relationships/slide" Target="/ppt/slides/slide5.xml" Id="R3389e445be9e4b30" /><Relationship Type="http://schemas.openxmlformats.org/officeDocument/2006/relationships/slide" Target="/ppt/slides/slide6.xml" Id="Raf8c2ab3df5b4411" /><Relationship Type="http://schemas.openxmlformats.org/officeDocument/2006/relationships/slide" Target="/ppt/slides/slide7.xml" Id="R2616156dac8e4a84" /><Relationship Type="http://schemas.openxmlformats.org/officeDocument/2006/relationships/slide" Target="/ppt/slides/slide8.xml" Id="Rb95ff3b726a44285" /><Relationship Type="http://schemas.openxmlformats.org/officeDocument/2006/relationships/slide" Target="/ppt/slides/slide9.xml" Id="Rfd18cf0e9b7a4fd6" /><Relationship Type="http://schemas.openxmlformats.org/officeDocument/2006/relationships/slide" Target="/ppt/slides/slide10.xml" Id="R92cfbe202aaa4616" /><Relationship Type="http://schemas.openxmlformats.org/officeDocument/2006/relationships/slide" Target="/ppt/slides/slide11.xml" Id="R78d1e392b8844962" /><Relationship Type="http://schemas.openxmlformats.org/officeDocument/2006/relationships/slide" Target="/ppt/slides/slide12.xml" Id="R39654c5525e04abc" /><Relationship Type="http://schemas.openxmlformats.org/officeDocument/2006/relationships/slide" Target="/ppt/slides/slide13.xml" Id="R9fd1b3525e77497c" /><Relationship Type="http://schemas.openxmlformats.org/officeDocument/2006/relationships/slide" Target="/ppt/slides/slide14.xml" Id="R33af4c7495b2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08009d0e2547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0e756825a498d" /><Relationship Type="http://schemas.openxmlformats.org/officeDocument/2006/relationships/notesMaster" Target="/ppt/notesMasters/notesMaster1.xml" Id="Rb5ea6d15225245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7c92c377434e47" /><Relationship Type="http://schemas.openxmlformats.org/officeDocument/2006/relationships/notesMaster" Target="/ppt/notesMasters/notesMaster1.xml" Id="R2417c916a00c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8cdd27817e4810" /><Relationship Type="http://schemas.openxmlformats.org/officeDocument/2006/relationships/notesMaster" Target="/ppt/notesMasters/notesMaster1.xml" Id="R3cbfef25f45a4d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b88ea96c2e4f68" /><Relationship Type="http://schemas.openxmlformats.org/officeDocument/2006/relationships/notesMaster" Target="/ppt/notesMasters/notesMaster1.xml" Id="R5176c24bcc594d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cb1049baa4945" /><Relationship Type="http://schemas.openxmlformats.org/officeDocument/2006/relationships/notesMaster" Target="/ppt/notesMasters/notesMaster1.xml" Id="Redfc63710899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4c9954601d4215" /><Relationship Type="http://schemas.openxmlformats.org/officeDocument/2006/relationships/notesMaster" Target="/ppt/notesMasters/notesMaster1.xml" Id="R7d5627480dcb40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a72bb0cd6a4958" /><Relationship Type="http://schemas.openxmlformats.org/officeDocument/2006/relationships/notesMaster" Target="/ppt/notesMasters/notesMaster1.xml" Id="Rc206ad2b72bb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d98f960fe4356" /><Relationship Type="http://schemas.openxmlformats.org/officeDocument/2006/relationships/notesMaster" Target="/ppt/notesMasters/notesMaster1.xml" Id="R312c24dd5b8e4b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9b1b41b016447a" /><Relationship Type="http://schemas.openxmlformats.org/officeDocument/2006/relationships/notesMaster" Target="/ppt/notesMasters/notesMaster1.xml" Id="Rf6993009198147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e3269b49ca4f06" /><Relationship Type="http://schemas.openxmlformats.org/officeDocument/2006/relationships/notesMaster" Target="/ppt/notesMasters/notesMaster1.xml" Id="Rccf52fe9f1304c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ce5e6626bd44eb" /><Relationship Type="http://schemas.openxmlformats.org/officeDocument/2006/relationships/notesMaster" Target="/ppt/notesMasters/notesMaster1.xml" Id="R949b6a71c4c342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9685a8a9f44144" /><Relationship Type="http://schemas.openxmlformats.org/officeDocument/2006/relationships/notesMaster" Target="/ppt/notesMasters/notesMaster1.xml" Id="R9eda582e935b44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9f8f43b720409f" /><Relationship Type="http://schemas.openxmlformats.org/officeDocument/2006/relationships/notesMaster" Target="/ppt/notesMasters/notesMaster1.xml" Id="Rcd720e49312543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69bf5ed0ee442e" /><Relationship Type="http://schemas.openxmlformats.org/officeDocument/2006/relationships/notesMaster" Target="/ppt/notesMasters/notesMaster1.xml" Id="R27d4edfb5501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332adc017461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0bea2702a546cd" /><Relationship Type="http://schemas.openxmlformats.org/officeDocument/2006/relationships/slideLayout" Target="/ppt/slideLayouts/slideLayout2.xml" Id="Rc55b805bea66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b805bea66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7114b26384113" /><Relationship Type="http://schemas.openxmlformats.org/officeDocument/2006/relationships/notesSlide" Target="/ppt/notesSlides/notesSlide1.xml" Id="R90c620ad32d742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4b1008619494e" /><Relationship Type="http://schemas.openxmlformats.org/officeDocument/2006/relationships/notesSlide" Target="/ppt/notesSlides/notesSlide2.xml" Id="R7bae2ff5f857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fea7f1185499a" /><Relationship Type="http://schemas.openxmlformats.org/officeDocument/2006/relationships/notesSlide" Target="/ppt/notesSlides/notesSlide3.xml" Id="R20241c80444e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194f8d3114bec" /><Relationship Type="http://schemas.openxmlformats.org/officeDocument/2006/relationships/notesSlide" Target="/ppt/notesSlides/notesSlide4.xml" Id="Rcb5dc399e810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5667bdc2d499f" /><Relationship Type="http://schemas.openxmlformats.org/officeDocument/2006/relationships/notesSlide" Target="/ppt/notesSlides/notesSlide5.xml" Id="R059bfc0f2c98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e66d537704da8" /><Relationship Type="http://schemas.openxmlformats.org/officeDocument/2006/relationships/notesSlide" Target="/ppt/notesSlides/notesSlide6.xml" Id="Rda46487a272b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3383497164096" /><Relationship Type="http://schemas.openxmlformats.org/officeDocument/2006/relationships/notesSlide" Target="/ppt/notesSlides/notesSlide7.xml" Id="Rc83b5ece8f9242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560db89b5940a2" /><Relationship Type="http://schemas.openxmlformats.org/officeDocument/2006/relationships/notesSlide" Target="/ppt/notesSlides/notesSlide8.xml" Id="Rcec3f2bb49ce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1c349ecc5b4738" /><Relationship Type="http://schemas.openxmlformats.org/officeDocument/2006/relationships/notesSlide" Target="/ppt/notesSlides/notesSlide9.xml" Id="Ra18b46111c5f4b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cadb6cc4e49b0" /><Relationship Type="http://schemas.openxmlformats.org/officeDocument/2006/relationships/notesSlide" Target="/ppt/notesSlides/notesSlide10.xml" Id="Rc1c4cc4acd444b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92dfaac214a04" /><Relationship Type="http://schemas.openxmlformats.org/officeDocument/2006/relationships/notesSlide" Target="/ppt/notesSlides/notesSlide11.xml" Id="R79d2d3ccc53d44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91422e5ed44366" /><Relationship Type="http://schemas.openxmlformats.org/officeDocument/2006/relationships/notesSlide" Target="/ppt/notesSlides/notesSlide12.xml" Id="R996de917e5e048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993ada9d50493d" /><Relationship Type="http://schemas.openxmlformats.org/officeDocument/2006/relationships/notesSlide" Target="/ppt/notesSlides/notesSlide13.xml" Id="R954580f34aa14d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5fe43409724436" /><Relationship Type="http://schemas.openxmlformats.org/officeDocument/2006/relationships/notesSlide" Target="/ppt/notesSlides/notesSlide14.xml" Id="R6ad343e872ab44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EEC89-866E-404D-AD6E-D12CCE83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9"/>
          </a:solidFill>
          <a:ln xmlns:a="http://schemas.openxmlformats.org/drawingml/2006/main" w="0">
            <a:solidFill>
              <a:srgbClr val="14191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D77B5-3864-4D87-9BE3-9D46864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0">
            <a:solidFill>
              <a:srgbClr val="F0D9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4CF0E-04CE-459F-B92F-6BED68F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MOCK DATA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EFD33-8EBC-4E36-97DC-597B5719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38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branch / parallel mock 모두 time 0에는 parent 하나만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38143-5138-4AFD-B5A1-BB5E280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요청대로 parallel도 여러 channel이 처음부터 존재하지 않도록 바꿨다. 이제 A 하나에서 branch 또는 parallel product로 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9831E-F718-4030-B4BF-336685B9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9810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C9E7F-2D10-4B47-9AA5-4E7CC7BB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D99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0D99D"/>
                </a:solidFill>
                <a:latin typeface="Malgun Gothic"/>
                <a:ea typeface="Malgun Gothic"/>
                <a:cs typeface="Malgun Gothic"/>
              </a:rPr>
              <a:t>공통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0DBA5-5350-4495-BA15-B52E963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c(0)는 parent A 하나만 1이고, 나머지 species와 ground는 모두 0이다.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EF1BA-0708-4283-96D9-B483FF4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FFB02-A98F-456B-80D7-F103A7E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CD5B-079A-4734-9033-F88E38CA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CE070-FADE-4E02-AA96-7A0BC10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q.csv, t.csv,</a:t>
            </a:r>
          </a:p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branch_data_q_by_t.csv,</a:t>
            </a:r>
          </a:p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parallel_data_q_by_t.csv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56A5B-6BAA-4D63-B0F4-AD9DBA93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9B67-5B00-4E81-A2D1-E08AFBA5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0682B-E59F-49CD-A7B3-2607377C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86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777AC-5DC1-4E32-809E-FDE967CC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86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B and A -&gt; C</a:t>
            </a:r>
          </a:p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B/C -&gt; 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49A72-3F67-43EA-8161-4436D22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C35CB-996B-4872-8FCF-8E39CDC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7C5AD-036C-49AE-A3F5-37F69F41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86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F8C"/>
                </a:solidFill>
                <a:latin typeface="Aptos"/>
                <a:ea typeface="Aptos"/>
                <a:cs typeface="Aptos"/>
              </a:rPr>
              <a:t>parallel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6F95B-2000-43D3-A54A-54D69D29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86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B/C/D</a:t>
            </a:r>
          </a:p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B/C/D -&gt; 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15B9F-2087-4A71-BDE0-9E30586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EB54A-FD03-445F-A032-371FD355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2C4C6-2676-49BE-9C32-D61BDDE2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70563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451A21-22A2-4F16-A7CE-A1168BB7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9F13E-517D-4A2F-A107-306445BF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AB23F-8E39-4B4A-9A47-BCE534D2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SAVED 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C3373-9C4C-42A5-B25F-688F793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최종 폴더에는 q, t, data(q,t), 설명 PPT만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F733C-AF15-4FA7-93C1-996A915F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factor CSV나 full tensor CSV는 저장하지 않았다. 수식과 파라미터는 이 PPT에 정리했다.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4E49D-0D77-410D-B15B-9376F2B5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D0C29-4BA5-4968-83C8-7E0EC5E5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2B3E6-4EB8-4FE4-B978-98BD7E0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DB52C-A2F6-4E1E-92C7-650A4B9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11D5E-C123-4AF7-90EB-2ECE8CF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93098-DA7D-46E6-9228-6107D5B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q.csv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784E-BC5B-43B0-AF2F-F118F315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190 x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CF064-453D-48DC-BDB6-ED7893C0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A^-1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DF5EB-D03D-43C3-8E5E-0D35DDD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 axis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9C359-B8D7-40F2-90E0-A9A29DB9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40A12-2192-45E3-B435-BA281BAA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t.csv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F7E6B-A391-414F-A835-2017E501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121 x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5D424-D1BC-4899-A855-070BB10D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second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88ED7-A3A7-4AAC-8D4A-A4CF87B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time axis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30EAD-8CD2-4368-9FAC-8DCB0E9C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E46EF-C6A9-442B-ABA0-5800437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branch_data_q_by_t.csv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CFC37-C638-40E3-B1BC-568A2DC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190 x 121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91106-9C3C-4BEB-93AC-592F7FCA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row=q, col=t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76337-AF48-4EAD-B19B-5A5240C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noisy X(q,t)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05E1E-4B38-4C44-A333-7C81B44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04267-A846-4EA9-A3DD-ECACA80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parallel_data_q_by_t.csv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29593-6BAA-4C5C-B007-301B61D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190 x 121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20B021-24F3-4392-AC9E-EA9D307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row=q, col=t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4F0FA2-2CF0-4AF5-B298-382D22D8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noisy X(q,t)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C45D3-5A55-4539-9484-65C120E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EB0E0B-44F8-448C-A828-C6B28BB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branch_parallel_mock_generation_formulas.pptx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C1FAC-957B-4B3F-9E5B-E457868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14 slides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04A9A-7D66-424C-92A9-87A34003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explanation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8FC57-3022-49E7-A3D6-B7A3D88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generation formula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038928-81C7-4FDA-BD16-4D5E9FD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E5CAC-316D-4F26-B525-77BD028D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7D1D07-FE99-4CA8-BD5B-71A6B30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14012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A2B08-7E92-4AFA-985D-EFE4CAE7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47AD-2610-4456-8A0D-A78BD91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7FD72-4518-4C3E-B988-E0C2E64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COMMON AXES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733E1-3295-439E-816A-3EDACD9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저장 데이터는 zero-delay q-time slice다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1B870-E79E-4456-8234-D00C07E8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생성 개념은 u=t+delay까지 확장 가능하지만, 이번 폴더에는 delay=0인 X(q,t)만 저장했다.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B8E8A-DBBB-4495-BA49-7B8E062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6672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81314-6594-4DC9-AD0D-7899EED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F712E-8EB2-4AA7-8A09-37EDDD7A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210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q_i = linspace(0.55, 7.0, 190)  [A^-1]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t_j = logspace(-14, -6, 121)  [s]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stored slice: delay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u_j = t_j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3B323-2C3A-4F39-8195-8AFF52C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476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8F2B4-2E0F-4328-AA6C-D4943A5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CCDB6-D69C-4460-A329-0712811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40195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for both cases: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c_A(0) = 1</a:t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all product and ground concentrations at t=0 are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X(i,j) = X(q_i, t_j)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C1973-FF93-47FD-9706-DF9F5EFC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13A8E-8B9A-4B9A-879F-F6B5E6E3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34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rPr>
              <a:t>핵심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4C14A-6BEC-43EE-AC18-A7B8048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parallel도 초기 weight로 여러 성분이 존재하지 않는다. parent 하나가 세 product channel로 공급된다.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072B5-D44B-48E7-942E-61B70C3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18FAA-7365-4717-B520-F049079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62061-5DA9-49D1-9733-9841686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740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1FDAF-E91B-4CF5-999C-CD4923B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1A705-E95B-4F3B-A53A-3C3FB380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DDDE8-125E-4EFF-9FC1-9F79136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DEBYE SPECTRUM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3B81-5982-4FA3-8344-4F8D9E2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q-spectrum은 Debye difference signal로 만들었다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F7605-FA33-4908-932F-A61D945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각 active species는 ground 구조와 후보 구조의 산란 강도 차이를 가진다.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BEBEF-2C00-4E6F-8020-D3AC962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9906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BC9E7-042F-4766-800C-DFCA478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9A63B-8E87-404F-A5E8-3CEE21E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944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I_m(q) = sum_i sum_j f_i(q) f_j(q) sinc(q r_ij^m)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sinc(x) = sin(x)/x,  sinc(0)=1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Delta S_m(q) = I_m(q) - I_ground(q)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CE41A-3E20-4897-B082-C8AB8316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6FC21-4966-421F-8753-1FEED2E9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B8F4D-9A8D-4D43-8F6A-902C81B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7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branch spectra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499CA-9EA5-44D1-9B91-EF5A591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A, B, C 세 active spectra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0CB87-62B0-4AC2-9D79-62A32E5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C9F2D-239D-4A8C-B2AC-4E62897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B8CDC-1FB1-4D97-8CE8-060C392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67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F8C"/>
                </a:solidFill>
                <a:latin typeface="Aptos"/>
                <a:ea typeface="Aptos"/>
                <a:cs typeface="Aptos"/>
              </a:rPr>
              <a:t>parallel spectra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6C6F0-15F3-4C5F-9DB6-400E0FC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A, B, C, D 네 active spectra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46EB4-6DC4-4890-A89D-653F6EBA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8990D-2D08-46AD-9867-56453E6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15D96-12F0-46B0-B32C-EC11D7BE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311E9-9C88-48B7-9BF0-B324CEF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673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ground concentration은 있어도 q signal은 0으로 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39000-23A3-41CD-B366-443F362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A7D1F-5D3B-4515-B251-C15C2E09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7D072-0B82-4FD3-B419-0BDBE83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34955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39A73-14E5-4A6C-8A32-1F2B203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20C86-97AE-47AE-B4FF-7E9BD92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6911F-BC3C-4151-8BCC-29036A2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ATOMIC FORM 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6E9E3-24C1-4D16-8FB7-290032EB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atomic form factor는 4-Gaussian 형태를 썼다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81ABB-190D-4CBA-8162-52D015C9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C, N, O, S 원소만 사용했고 q는 A^-1 단위다.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1C79A-654C-4C4F-B306-D91594E3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088E-06CE-4790-B5E2-3987AEA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28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8BF15-91DE-4658-80B3-75AFFF27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3829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s^2 = (q / 4pi)^2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f(q) = c + sum_{n=1..4} a_n exp(-b_n s^2)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58C84-5D58-47B9-8B69-68A4098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912C2-1AB1-4DB2-B676-E05C58D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96609-C7C2-49FF-9EAE-BE413514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96D00-47C1-43C8-8FB9-199F49B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3B2AA-FDFD-46FD-9335-022FDED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3D327-29E3-44D6-81B2-43102A71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F274E-1B10-4ADB-9294-9A91017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35E16-099B-4834-BF1C-7CFEAF31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[2.3100,1.0200,1.5886,0.8650]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BE9CF-A4AC-409F-804C-44D47BC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43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[20.8439,10.2075,0.5687,51.6512]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CBCE5-B8CE-4426-BC4F-72DC0CE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0.2156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DDF09-367E-4C7E-8752-113BBBE9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434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carbon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36473-829B-46D7-8A0A-1165A427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1B31D-D485-4E73-A4EF-3B0E4B8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13256-463C-4678-B700-97F78597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81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[12.2126,3.1322,2.0125,1.1663]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1A5B9-F9F7-49AC-9F4F-EDEF708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81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[0.0057,9.8933,28.9975,0.5826]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766BF-1EB8-431C-99B1-43A276D0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-11.5290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754A7-E1AC-45B6-BC79-FEF625ED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815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nitrogen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BEBBB-B2AA-4381-90E3-BF5A53D7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6A08A-3C53-4CFC-9237-A2357CC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9AA6-9BE7-4B11-BD90-07917AB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[3.0485,2.2868,1.5463,0.8670]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AB394-7168-462B-B236-541D23D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[13.2771,5.7011,0.3239,32.9089]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A6D6A-2E71-4624-9769-A951653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9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0.2508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BB8E5-CDAF-486D-8206-B4B4D801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197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oxygen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9A9B3B-2405-482F-856F-58E441E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24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C2838-19EA-4808-B59E-3CB36D98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5F62CA-EE22-41A6-9211-8318A1E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[6.9053,5.2034,1.4379,1.5863]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A652A7-64D5-4DA7-9806-8FED2827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57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[1.4679,22.2151,0.2536,56.1720]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556D2-C524-4978-A2E9-B561AC8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57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0.8669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611497-D490-43E2-BCBB-8A0D74F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sulfur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1965CA-9A1E-4633-A921-250BC9E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5C0C60-3134-41ED-B788-4BE8604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EA46AB-9410-42BB-977C-CE8A5872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3086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AB79C-5D05-427B-B869-457CFC4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94BA6-8490-4320-BE97-9D134DE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90060-39CE-4CBF-B7F1-92F39C7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SPECTRUM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AD38A-534F-4D5D-8AF8-6DA483C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random structure 후보에서 서로 다른 spectrum을 골랐다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5ABEC-F75B-442C-9A01-A13D2BC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분리 검증용 mock이므로 q-spectrum이 어느 정도 구분되도록 선택했다.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DB5CF-3097-44AE-97C0-6CC4C620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32AC1-2CD5-4C3A-82F0-2E6C3F2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91CA2-EA38-4843-A042-A7BEA3A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08555-FE41-4D9B-BB51-38C1B183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12 atoms: C,C,N,O,C,S,C,N,O,C,C,O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7BE73-8E96-489D-802A-DF48FB0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42621-913B-4E50-98FC-4FA4D18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A78A-53E0-4620-8960-A774249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4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8418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09774-3971-417D-9CFE-990F2D4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anisotropic scaling, separation, rotation, random deformation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8E30B-D8C4-4A8E-BE87-D7481BA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7B268-EB7D-433C-92A1-0053FF6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D52C9-CAF7-4478-96BA-DFE7C705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325D4-FCD7-43AB-AB89-55C5863A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800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normalized Delta S 후보 중 abs corr가 낮은 조합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28C7D-7F50-47A9-95C2-E5C380A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4CA14-3B91-42E1-AB4D-D6E72F1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BCC64-212A-44D4-A3A2-4B214C4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branch: 3 active spectra, seed=1101, scale=[1.00, 0.82, 1.14]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parallel: 4 active spectra, seed=2202, scale=[1.05, 0.90, 1.12, 0.78]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67B0C-2AD0-479C-A348-3E35475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9162D-EA5D-4256-B0B5-3B52B590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5BCCF-9F8B-4600-8101-29DD9DFF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85091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3CBC3-72AF-4E88-BC90-F88F2FC2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5067-D755-48B7-AE6C-D6DA5FB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9BA55-3E22-45D9-BB82-DB2AC71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BRANCH TOPOLOGY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8E533-1BB8-4EBB-AF5B-C29A127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branch: parent A 하나가 B와 C로 갈라진다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9DF6F-587E-4936-B18C-44416500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초기에는 A만 존재한다. A가 두 product path로 분기하고, B와 C는 ground로 decay한다.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F47ED-09B8-4FA0-A266-384E1084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A7DB9-8540-4A3A-967D-4CB6F4E5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12DA3-7E4D-4165-8B26-99F692E2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495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--kAB--&gt; B --kBG--&gt; 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--kAC--&gt; C --kCG--&gt; 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--kAG--&gt; G is set to 0</a:t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 --kBC--&gt; C is set to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BB691-656A-4945-A9E0-8CE1B27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782A5-31B6-4203-8882-FA8A036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7316-ED7F-444B-BF9C-36BCEF61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initial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F8980-535F-4C4D-8B9B-4C29B7C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299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c(0) = [A,B,C,G]^T = [1,0,0,0]^T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4D26B-9CD3-42AE-A8B4-156B27B4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43D3-0FB3-431E-8CBE-3454F082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8FACA-8C94-42B9-9047-CE4484E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4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8418"/>
                </a:solidFill>
                <a:latin typeface="Aptos"/>
                <a:ea typeface="Aptos"/>
                <a:cs typeface="Aptos"/>
              </a:rPr>
              <a:t>branch fraction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4B80F-637B-40A7-A28A-6B25AB1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299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f_AB = 7.2/(7.2+3.0) = 0.7059</a:t>
            </a:r>
          </a:p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f_AC = 0.2941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9EC02-8AD9-4683-90F5-83D9A29F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BABB6-A57D-464D-BF8E-B9FF54D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98E09-E816-4D59-8EE4-BE226AE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4561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2D4FC-010B-415C-8036-8583CBF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416B3-377B-49F5-AA76-CE91B11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3C9D6-9AD8-4973-95B0-F61004E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BRANCH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5669-56F6-421C-80BA-87F5C22A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concentration은 4-state generator로 계산했다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D428F-E144-4D69-8345-3F35C3D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K의 column은 source state이고, row는 destination state다.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2FD3F-EBCF-4DCF-A23E-31219117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0F6FE-0386-43C2-91E1-7F4E592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685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C9A5-B6D5-42F3-BB29-E27F5D7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640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c'(t) = K_branch c(t)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K_branch = [-(kAB+kAC+kAG)   0          0      0</a:t>
            </a:r>
          </a:p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kAB          -(kBC+kBG)   0      0</a:t>
            </a:r>
          </a:p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kAC             kBC     -kCG    0</a:t>
            </a:r>
          </a:p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kAG             kBG      kCG    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C_branch(t) = [c_A(t), c_B(t), c_C(t)]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5ABA2-88B8-44FC-80EC-AFB8B55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46CFE-55B5-4C34-B8EE-3E71A76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7FCFD-BBA1-4306-B2C8-20C95287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76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transition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77A9-AF91-4378-B533-24BC796B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AD57A-E59E-4E4B-9032-441BD181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E74C3-9E5F-473D-ABDF-BB76AF3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7.2e11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6CAE1-294A-4515-92F8-D45E9CA8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57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DECC1-5A3A-4DC0-BF8B-80EBF77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E7888-19DC-4169-8F30-075430F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7C85A-D8CF-41C2-8C04-AACB054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3.0e11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30E40-4C14-4CE3-94EF-3A3EAF67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57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E43BC-6DA8-42AF-BABC-ACBAAFF7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21CA7-84A0-4B30-9B3D-B8F47F8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11982-808F-4195-A7AD-4BCB264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72E80-FFC9-4737-B82B-ADFE4323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57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02D27-1412-49F9-B6F8-9595EFF0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DC083-004C-4C3F-B624-7F44F845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kBC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FC08B-53AF-4992-A643-9BB27DF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72A2A-9944-4F1F-BA9B-FA8B61B4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57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 -&gt;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C3871-4018-4D3E-B205-663DDC8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D6A77-7144-4A7F-8AA5-C476595F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kBG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D9C92-D77C-445E-B3D2-2617CEDE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2.7e8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2A310-9D80-48E0-A1B2-B33FB183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57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 -&gt; 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FC356-AA6E-403D-9C8C-D1F817B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1EF781-A4A2-4D4A-B1FA-5ABF41D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kCG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E95377-906D-4F65-A1EE-76E713DA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4.7e7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14751-8594-4BDC-9054-D378CA72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57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 -&gt; 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BA58A4-9763-45A1-A705-0A0AD85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7846C7-167C-47AC-8A41-AB49BE2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172144-D767-4B93-9B2D-F3873E1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90212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E561A-D108-426B-A795-859BD23A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95AB9-ECA9-4B86-8EA8-D0CB6BB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3C4DF-7F15-4B95-9A38-4958853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PARALLEL TOPOLOGY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CBD4-EAD0-4E10-A9C5-D72A27C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parallel: parent A 하나가 세 product channel로 공급된다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7904-F02D-4BA3-875C-5B48B04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기존 independent initial weights 모델이 아니라, A 하나에서 B/C/D가 생기는 모델로 바꿨다.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0311E-B69F-48EB-B622-0FEA6B3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31A4A-1902-481E-AA1E-C6EC56F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90796-A375-4C51-AFC8-8DCCDE83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3924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--kAB--&gt; B --kBG--&gt; 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--kAC--&gt; C --kCG--&gt; 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 --kAD--&gt; D --kDG--&gt; 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6CDC9-CC25-4E9A-8B72-7810B060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123C2-4DB7-4C53-9E01-7072321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5A2CD-065E-4E36-85C3-A6C67A68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5F8C"/>
                </a:solidFill>
                <a:latin typeface="Aptos"/>
                <a:ea typeface="Aptos"/>
                <a:cs typeface="Aptos"/>
              </a:rPr>
              <a:t>initial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04D1D-0E90-41E9-B9DD-1DB6573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3371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c(0) = [A,B,C,D,G]^T = [1,0,0,0,0]^T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C012B-A842-4AD3-805D-3F7023B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491C5-D5D9-4301-BC94-29DD5091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DA453-2549-4CA1-80E0-B8E9403A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4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8418"/>
                </a:solidFill>
                <a:latin typeface="Aptos"/>
                <a:ea typeface="Aptos"/>
                <a:cs typeface="Aptos"/>
              </a:rPr>
              <a:t>channel fractions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80385-6740-4CA5-BA58-1C9A736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76800"/>
            <a:ext cx="3371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kForm=[5.2e11,3.1e11,1.7e11]</a:t>
            </a:r>
          </a:p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fractions=[0.52,0.31,0.17]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D87BD-5754-44FF-9447-B0EE1B8B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C88FB-8F83-4595-9222-D764FA5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FD209-8C7C-4B9B-9F8C-033A9767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4616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B1C7E-ED6F-46EA-AFB1-2B7F317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77B88-D1FE-423C-8FCF-68F53CEF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089E5-E3A6-478B-8BC6-BDA94C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PARALLEL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787D4-7E89-4504-9879-CDF32C3C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concentration은 5-state generator로 계산했다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3005-ACE8-47BD-83E5-6C00D2D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formation은 A에서 세 product로 병렬 공급되고, 각 product는 서로 다른 lifetime으로 ground에 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16E4C-DBC3-4628-9759-2161E4E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723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DEACD-F3F6-4AE5-A344-E4712AF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15F00-362A-40E7-8D49-582A23B0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67818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c'(t) = K_parallel c(t)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K_parallel = [-(kAB+kAC+kAD)  0      0      0     0</a:t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  kAB          -kBG    0      0     0</a:t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  kAC            0    -kCG    0     0</a:t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  kAD            0      0    -kDG   0</a:t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         0            kBG    kCG    kDG   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C_parallel(t) = [c_A(t), c_B(t), c_C(t), c_D(t)]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A95A7-E754-492D-AA78-987AECC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20C05-6EAD-484A-8305-5BAD5C72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C467C-A611-4F11-A3FE-18D143C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transition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24A79-9AD2-443B-A818-BA192CE0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EDC17-0219-42B4-9296-99706CAD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6C376-2519-47EA-B7C6-14C56CE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5.2e11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EFD0D-805E-45B7-9D01-14D4898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2D579-5DF2-4054-96F4-07A5020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55794-885D-4EC1-99D9-58150EC7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8BAF8-DF67-4C79-A1C7-07A36884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3.1e11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407A3-DEE4-4400-B228-B270B93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57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A524E-3ACD-41E8-BF4C-54999CC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99F62-3CE1-40ED-969B-0FEF51B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2F8BA-1D0C-490F-A88E-5FEED2A2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1.7e11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BFFF6-1019-4B4C-B13D-B77059A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57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-&gt; 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3C379-D9EF-46FE-8997-8281459B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D3726-9F27-4D04-8A17-6B28CBC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kBG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7DC73-C6E3-4D8C-90EB-9CCACE6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576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8.5e11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F112B-7A25-4555-AE21-091C30B7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57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 -&gt; 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D6213-6462-4EB1-B367-50C9460E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24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3625A-A9B4-49A1-9B0E-EDD90022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kCG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AFFE3-FA58-4461-95EC-4820BAB8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77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1.2e9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C4916-BA6E-4FE1-98C6-3205AA9B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 -&gt; 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F0714C-F8AA-4340-88A9-671765C3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DF56A-387B-413F-81BC-BD6C89C8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kDG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8F18F-033A-4881-AEF2-9B697083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577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5.2e7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EBDBB-8921-4055-96B9-C56627F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D -&gt; 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2DAE49-E141-4310-950C-7CD973FD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4C5391-80C5-47C9-B677-C4403BE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722FB-AA82-4639-B87D-006EB0C9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47591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D1784-874C-4596-A394-9BF1314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B11F3-C7C2-4B00-817A-1FC26190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B2CDD-36FE-46A5-932C-1643142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SIGNAL AND NOISE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FA984-913B-4D60-A46F-EAF7841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관측 data(q,t)는 spectrum과 concentration의 선형 결합이다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4C4DA-C74F-4B8B-B9B7-D4D0F29C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branch는 3 active species, parallel은 4 active species를 더한 뒤 같은 방식으로 noise를 넣었다.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C7B5-FC47-4B33-8F10-7B15492F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6B61C-B18E-4197-B8A4-861E937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DA809-5C47-4E53-8499-44A1EAE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495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branch:</a:t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X_clean(q,t) = sum_{m=A,B,C} S_m(q) C_m(t)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parallel:</a:t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X_clean(q,t) = sum_{m=A,B,C,D} S_m(q) C_m(t)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FA985-22A5-4220-A7B0-BD40889C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61BE1-8FFD-4029-8FB5-9262D391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C7D40-4DA9-490C-A8CE-1FFA7B2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019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sigma = 0.004 * rms(X_clean(:))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X_noisy(q,t) = X_clean(q,t) + sigma * N(0,1)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saved CSV stores X_noisy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9F223-9076-474C-960C-A5D70FE1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AE947-18B1-45FE-8C02-98C18F6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0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rPr>
              <a:t>저장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902AE-D819-432A-ADFE-CDC54E4D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62575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clean signal, S, C, K는 CSV로 저장하지 않고 이 PPT의 수식으로만 설명했다.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91414-E07E-45E0-BBA4-A95F1EC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A353C-0AAE-4014-B5A0-FDC510D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89C39-D386-4BB0-A894-C3AE2C4E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0849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48E8A-84F2-4DD6-A8E3-80D0D54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866C0-E32C-4A87-98B4-AF02FEA9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CAB21-614B-4919-B082-4557300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HOW TO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33C7-0425-4CBF-9672-F3216CFE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CSV는 바로 X(q,t) 행렬로 읽으면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87794-9E92-4F02-AE5F-C042E8C2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별도 reshape는 필요 없다. 행은 q.csv, 열은 t.csv와 대응한다.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366F6-840F-4464-868E-D11CF5B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047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613AF-D7E7-4A21-BE1F-EA050CC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047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45C06-A726-498A-8C35-76F4714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203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q = readmatrix('q.csv')</a:t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t = readmatrix('t.csv')</a:t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Xb = readmatrix('branch_data_q_by_t.csv')</a:t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Xp = readmatrix('parallel_data_q_by_t.csv')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size(Xb) = [length(q), length(t)] = [190, 121]</a:t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size(Xp) = [length(q), length(t)] = [190, 121]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Xb(i,j) = branch signal at q_i, t_j</a:t>
            </a:r>
          </a:p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Xp(i,j) = parallel signal at q_i, t_j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02BCB-0EF8-4528-BBF6-D58ED4F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8293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D4EC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7E548-3B9B-4DC0-A266-5583E4E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3407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plot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94259-C850-4916-AE2F-E12900F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MATLAB: imagesc(t, q, Xb); set(gca,'XScale','log','YDir','normal')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8A6C1-9125-4985-BCB3-813E7BF9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6B086-35EB-4EC9-A171-59E0094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D46E8-82D4-462A-8A1C-FC02CE7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19346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43DAE-AFF8-4E5E-8A2D-4AA20A12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AC800-E889-4BB2-AF54-523AE53A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51CB2-F6BD-467C-90B0-A838BD7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EXACT PARAMETERS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4B510-4FC4-440E-A93E-0E25CA1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수치 파라미터는 아래와 같다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B9D7-566C-45A3-91D5-68678D1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E5A52"/>
                </a:solidFill>
                <a:latin typeface="Malgun Gothic"/>
                <a:ea typeface="Malgun Gothic"/>
                <a:cs typeface="Malgun Gothic"/>
              </a:rPr>
              <a:t>이 값들이 현재 저장된 CSV 생성에 사용된 값이다.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88C6C-78F9-4BBD-B1BB-8FC6331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A5DAB-46F6-484E-80C2-34B8741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E4D25-4C4F-42D7-AA01-EA4CD005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A765A-0673-4121-8866-5DD1B2C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90020-8D2F-4D96-9932-57BC5C2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DE91B-3BD1-4EB4-AE4B-9F515B9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q:190, t:121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C3110-6362-422A-A671-D6E00EC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 linspace, t logspace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562F7-77BF-4C0A-B3A5-CEEAE89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3157B-C07D-48E4-A6EF-4372365C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8BEB7-E43B-4C9B-B2AC-8B652FE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0.004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CD6F5-F9DA-4A90-8009-A3C8CF6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relative Gaussian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321EB-E340-4845-942D-4CBA691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1EA13-8B0E-492E-B795-C2008AEF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 initial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DD4DE-849C-476D-B0BF-5B17C26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[1,0,0,0]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93E4A-89EA-4AED-A19E-D0DAD75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only at t=0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2B9BA-470E-4E93-AB44-C348C7C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89799-9296-4239-9179-7A88F610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 rates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9BEAB-5648-4FB3-9670-E2E8017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[7.2e11,3.0e11,0,0,2.7e8,4.7e7]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729D9-E568-44EE-B7F4-58707C8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[kAB,kAC,kAG,kBC,kBG,kCG]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6CBEC-2FC4-437F-B075-E260C9D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3EA00-2B33-48E7-A80B-F4CE3E69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 initial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C94A7-7137-4B8F-9960-9E1BABA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[1,0,0,0,0]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49E9E-AB30-484E-84E3-DEF9D14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 only at t=0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28083-4327-46AF-BF90-BDC1334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EB854-B548-4D40-A231-CDFE1DD2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 formation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DE8D5E-5718-4F45-9290-BD839B7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[5.2e11,3.1e11,1.7e11]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828B2-B8A7-4B65-B9B0-8C4D577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fractions [0.52,0.31,0.17]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0D752-7CCD-4E92-B4E8-985151DC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0028F-E483-4213-9A54-A46DCD7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 decay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BB5FA-B593-4A8B-8FF1-299801D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72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[8.5e11,1.2e9,5.2e7]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7E065A-0E37-4AD1-AD7C-1D31BBE4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72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B/C/D -&gt; ground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E00B6-4C4D-4BB9-9A6D-FDC6521A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3748F6-14F8-4346-BAEE-EAA359E7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One-parent branch/parallel Debye mock formulas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42430-233B-42FD-A10B-304D259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2119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B38CF-015D-47A8-8D47-DF55C2B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9"/>
          </a:solidFill>
          <a:ln xmlns:a="http://schemas.openxmlformats.org/drawingml/2006/main" w="0">
            <a:solidFill>
              <a:srgbClr val="14191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E179-C8C2-4EC7-988F-943ED4A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44853-F543-4A55-8FCF-E2208A9B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CAVEATS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FA22E-2EFA-4484-8555-737E2DF2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8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mock data는 알고리즘 검증용이다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3A9FD-C3B7-4CA3-8FCB-1D7D15DD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Debye equation과 atomic form factor를 쓰지만, 구조 후보는 random deformation에서 고른 것이다. 실제 분자구조를 대표한다고 보면 안 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17A71-A4E5-46C3-8BDF-797AF404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90880-4C16-4FC9-A419-B3919508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06857-8605-4E27-AC60-06C4A60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valid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238F0-6A2C-4AFE-94A5-447B5DC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one-parent branch/parallel kinetics에서 q-spectrum/lifetime 차이가 분리에 주는 영향 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6960-6086-4B5B-9C23-6F80F49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8D285-1D77-4C4D-8AA4-5F1F7770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862FB-E2D9-41BC-B25A-E53230D0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2B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C2BA"/>
                </a:solidFill>
                <a:latin typeface="Aptos"/>
                <a:ea typeface="Aptos"/>
                <a:cs typeface="Aptos"/>
              </a:rPr>
              <a:t>not valid for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F70D8-EBD7-4DBC-88FA-220AFA3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실험 분자의 절대 구조 해석이나 solvent heating 포함 데이터 주장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9F70C-275D-47B6-BA04-80603C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C4292-BD3F-43D4-8DE3-744C843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0">
            <a:solidFill>
              <a:srgbClr val="F0D9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0406A-A5A3-4FC0-A866-ECD4AF7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D99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D99D"/>
                </a:solidFill>
                <a:latin typeface="Aptos"/>
                <a:ea typeface="Aptos"/>
                <a:cs typeface="Aptos"/>
              </a:rPr>
              <a:t>important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F0C81-E97E-4A7C-95E5-9D176A6B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parallel도 time 0에는 parent A 하나만 존재하도록 수정됨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D96B2-565C-448B-B8A0-71D2CF2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ECA0D-FF47-401A-AA41-4AACC63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72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1AE58-AB78-46B1-8962-1F2BB912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이제 branch와 parallel 모두 같은 초기 조건에서 시작하므로, topology 차이를 더 공정하게 비교할 수 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1EB74-5DE9-47B3-8A70-2CE49327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913E2-CB24-4850-99FE-2BE054A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5A52"/>
                </a:solidFill>
                <a:latin typeface="Aptos"/>
                <a:ea typeface="Aptos"/>
                <a:cs typeface="Aptos"/>
              </a:rPr>
              <a:t>Formula explanation stored with CSV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E5935-D2C2-41D8-AF9B-40C5A26A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A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5A5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0269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2026-05-18T08:06:37.8130000Z</dcterms:created>
  <dcterms:modified xsi:type="dcterms:W3CDTF">2026-05-18T08:06:37.8130000Z</dcterms:modified>
</coreProperties>
</file>